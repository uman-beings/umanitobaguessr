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69" r:id="rId3"/>
    <p:sldId id="275" r:id="rId4"/>
    <p:sldId id="267" r:id="rId5"/>
    <p:sldId id="270" r:id="rId6"/>
    <p:sldId id="271" r:id="rId7"/>
    <p:sldId id="274" r:id="rId8"/>
    <p:sldId id="272" r:id="rId9"/>
    <p:sldId id="257" r:id="rId10"/>
    <p:sldId id="262" r:id="rId11"/>
    <p:sldId id="258" r:id="rId12"/>
    <p:sldId id="268" r:id="rId13"/>
    <p:sldId id="263" r:id="rId14"/>
    <p:sldId id="259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2330"/>
    <a:srgbClr val="1D262F"/>
    <a:srgbClr val="172D35"/>
    <a:srgbClr val="FFC819"/>
    <a:srgbClr val="FF6600"/>
    <a:srgbClr val="FF505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6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76FC-E3CE-F131-9263-8465C0173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D84FE-B653-EF28-A84D-0947A8C7C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E020F-FB06-EEC1-D190-CCD27F26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B1CC7-3A3F-E05F-84C5-47304F59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B8735-372F-F018-52D8-CEF97387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947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660A-05AF-FB02-BEED-DCEAD1B0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8E352-025D-2B77-FCA5-F038F009A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E520-93FC-AF5F-3151-28DB38E6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1DEF9-51E1-B838-78B6-946AF16E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311EC-724D-D22D-F49A-D14F4CA4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612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F889-F4B0-CF61-96F9-35A5FC85C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A5078-48DB-20C2-0F30-10D6B83BA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19E92-90B4-E570-0CC7-EEFB3FE8A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EC9A1-B3B5-B079-1ECA-87184092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6988A-66D2-99EC-2EAF-D9E298CF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400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3C0E-4C8A-F7E6-0CF6-20C6B8C4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FD549-2CAB-EF9F-FD56-EDF5032B7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19BC0-73EE-3FA5-3AC1-CAA46A19D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ADDC4-A824-B76D-F8B7-A84CABDD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AFF92-460B-FFCB-3044-9DC4C0F81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430C1-3249-8996-EC61-F9AD3171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033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F4AA-4A78-A1D1-F385-8C47FDF7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F6F1C-E2BD-6FE8-FCCC-9E80DD323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79716-91B0-E74F-EF9C-DB624D0C9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4FAF5-7096-8BB7-101D-EB2B6AC39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7097F5-029F-1AE4-71D0-9BAD962F3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5A8B8E-4B21-44C2-DF1E-EB71509CD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03BDAA-EAC8-B1F2-841C-B9775599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8C84E-7CF9-A031-B69E-532B9B67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231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681A-5AEA-D8D4-BAF2-C7FC114B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846F5-6B4D-17CE-B665-78E86020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8B6B9-EDA4-9F06-0FC1-B0A9F8F5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046B4-B622-C864-E64F-12286F7C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976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8BCFB-8D44-70E0-0670-684E9664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C4AE4-1361-94A5-803E-D6B2FE06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B86BF-7D8E-E839-1527-E726E001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219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8375B-A258-7B07-6117-D39F86BFF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0AF9C-1C77-5C66-18F2-17B859815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98DF4-2227-2108-DA15-71EC1B1E3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9C345-A7A3-42BC-30E4-AF2DB7819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61063-DE58-4C34-5384-5458B289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56C6A-7CEF-339F-2827-CCE475CF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633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FC0D-B353-1D8A-7FEA-7256CAAC5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392574-E921-ED32-913E-3D264FFF1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5842A-FBE4-F4A0-8269-C74B0771E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382F7-31B1-BB54-3970-8F1D3BFE7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CF0E8-9030-71EA-E9B6-E6D6FA68E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EC116-0217-71FC-0126-FA96C0E0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396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957C-78D5-7DCB-7EF3-49BDE9B2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2DE02-FE48-87B6-F6EA-7738693E6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8BA4C-A97B-89CA-F232-F3303AF2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607F1-D84C-441F-1556-FF3F7D07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1AF42-5641-4C25-82A0-6D827BBD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9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F00FB-13EA-E17A-24BD-124A6C3DC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AB0CF-C041-1322-BFF0-1E501A551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E00AF-507F-EF5B-78D0-DD96E8B7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D1FF8-97F2-D0EF-2EB3-5B948A18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1DA78-CC71-498B-A9B2-E0A7B5FF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199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4B8DE-9974-7334-964B-1D2BE02C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EFA95-11FB-691D-ACCB-7646D63A8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1090B-210F-CAED-3D42-2FDD11AAB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BC5C9-0C6D-4B6D-B3C2-D29222FBD720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167CE-6A44-248B-78D5-BADEC2C46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F6C77-F9C5-0535-51C1-4E882EF04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81C7A-F4A1-46FE-BA01-22E10CD82A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90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B03F-3F1E-B623-259F-19F8C77E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Who needs </a:t>
            </a:r>
            <a:r>
              <a:rPr lang="en-CA" dirty="0" err="1"/>
              <a:t>figma</a:t>
            </a:r>
            <a:r>
              <a:rPr lang="en-CA" dirty="0"/>
              <a:t> when you’ve got </a:t>
            </a:r>
            <a:r>
              <a:rPr lang="en-CA" dirty="0" err="1"/>
              <a:t>powerpoint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E7040-AFCB-7116-3B5B-EC43676FCD09}"/>
              </a:ext>
            </a:extLst>
          </p:cNvPr>
          <p:cNvSpPr txBox="1"/>
          <p:nvPr/>
        </p:nvSpPr>
        <p:spPr>
          <a:xfrm>
            <a:off x="2097741" y="2662518"/>
            <a:ext cx="7736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View the slides in presentation mode to see animations</a:t>
            </a:r>
          </a:p>
          <a:p>
            <a:pPr marL="285750" indent="-285750">
              <a:buFontTx/>
              <a:buChar char="-"/>
            </a:pPr>
            <a:r>
              <a:rPr lang="en-CA" dirty="0"/>
              <a:t>Map expand on mouse hover (slide transition)</a:t>
            </a:r>
          </a:p>
          <a:p>
            <a:pPr marL="285750" indent="-285750">
              <a:buFontTx/>
              <a:buChar char="-"/>
            </a:pPr>
            <a:r>
              <a:rPr lang="en-CA" dirty="0"/>
              <a:t>UMG logo sway in main menu (looping textbox animation)</a:t>
            </a:r>
          </a:p>
        </p:txBody>
      </p:sp>
    </p:spTree>
    <p:extLst>
      <p:ext uri="{BB962C8B-B14F-4D97-AF65-F5344CB8AC3E}">
        <p14:creationId xmlns:p14="http://schemas.microsoft.com/office/powerpoint/2010/main" val="360241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ADBC8-DCBD-4D86-93DD-E71FE1E6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E930B7-E23B-48E3-9E3C-7C15ED1A1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35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060D697-F9BC-F02F-2FE0-A8FA5F2D5BB7}"/>
              </a:ext>
            </a:extLst>
          </p:cNvPr>
          <p:cNvGrpSpPr/>
          <p:nvPr/>
        </p:nvGrpSpPr>
        <p:grpSpPr>
          <a:xfrm>
            <a:off x="0" y="-24341"/>
            <a:ext cx="12192000" cy="923152"/>
            <a:chOff x="0" y="-24341"/>
            <a:chExt cx="12192000" cy="92315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270BE99-556D-805B-E63F-8388676DA75E}"/>
                </a:ext>
              </a:extLst>
            </p:cNvPr>
            <p:cNvGrpSpPr/>
            <p:nvPr/>
          </p:nvGrpSpPr>
          <p:grpSpPr>
            <a:xfrm>
              <a:off x="0" y="-16653"/>
              <a:ext cx="12192000" cy="915464"/>
              <a:chOff x="88119" y="-8993"/>
              <a:chExt cx="12192000" cy="91546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7889F8-DEA2-21B6-8566-C587F9FB43D0}"/>
                  </a:ext>
                </a:extLst>
              </p:cNvPr>
              <p:cNvSpPr/>
              <p:nvPr/>
            </p:nvSpPr>
            <p:spPr>
              <a:xfrm rot="10800000">
                <a:off x="88119" y="-7929"/>
                <a:ext cx="12192000" cy="914400"/>
              </a:xfrm>
              <a:prstGeom prst="rect">
                <a:avLst/>
              </a:prstGeom>
              <a:gradFill flip="none" rotWithShape="1">
                <a:gsLst>
                  <a:gs pos="78000">
                    <a:schemeClr val="tx1">
                      <a:alpha val="0"/>
                    </a:schemeClr>
                  </a:gs>
                  <a:gs pos="24000">
                    <a:srgbClr val="000000">
                      <a:alpha val="64000"/>
                    </a:srgbClr>
                  </a:gs>
                  <a:gs pos="0">
                    <a:schemeClr val="tx1"/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5F4E551-CCDD-131C-30D6-422F3618DA6C}"/>
                  </a:ext>
                </a:extLst>
              </p:cNvPr>
              <p:cNvSpPr/>
              <p:nvPr/>
            </p:nvSpPr>
            <p:spPr>
              <a:xfrm>
                <a:off x="88119" y="-8993"/>
                <a:ext cx="1014539" cy="702590"/>
              </a:xfrm>
              <a:prstGeom prst="roundRect">
                <a:avLst>
                  <a:gd name="adj" fmla="val 1658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sz="1400" b="1" dirty="0">
                    <a:solidFill>
                      <a:schemeClr val="bg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Round</a:t>
                </a:r>
                <a:endParaRPr lang="en-CA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CA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3/5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DC303AE-6617-D9A8-D12D-A3E5F2E2765F}"/>
                  </a:ext>
                </a:extLst>
              </p:cNvPr>
              <p:cNvSpPr/>
              <p:nvPr/>
            </p:nvSpPr>
            <p:spPr>
              <a:xfrm>
                <a:off x="11397760" y="-8993"/>
                <a:ext cx="882359" cy="702590"/>
              </a:xfrm>
              <a:prstGeom prst="roundRect">
                <a:avLst>
                  <a:gd name="adj" fmla="val 1658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CA" sz="1400" b="1" dirty="0">
                    <a:solidFill>
                      <a:schemeClr val="bg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Score</a:t>
                </a:r>
                <a:endParaRPr lang="en-CA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r"/>
                <a:r>
                  <a:rPr lang="en-CA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12345</a:t>
                </a:r>
              </a:p>
            </p:txBody>
          </p:sp>
        </p:grp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990E3C4-4D07-3442-C7CC-159A036DB68E}"/>
                </a:ext>
              </a:extLst>
            </p:cNvPr>
            <p:cNvSpPr/>
            <p:nvPr/>
          </p:nvSpPr>
          <p:spPr>
            <a:xfrm>
              <a:off x="5161429" y="-24341"/>
              <a:ext cx="1869141" cy="702590"/>
            </a:xfrm>
            <a:prstGeom prst="roundRect">
              <a:avLst>
                <a:gd name="adj" fmla="val 16587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Countdown</a:t>
              </a:r>
              <a:endParaRPr lang="en-CA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CA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00:24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CF6A643-1B6B-A52B-11B8-49AFE9A74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94" y="4928770"/>
            <a:ext cx="2323387" cy="1795344"/>
          </a:xfrm>
          <a:prstGeom prst="roundRect">
            <a:avLst>
              <a:gd name="adj" fmla="val 185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8704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FDE9-8C68-7557-C43F-D7A20420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CC8A7D-2F9B-AFE1-E360-19B5D1A35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35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17DC429-89B6-8E5B-5417-215336FCBA0E}"/>
              </a:ext>
            </a:extLst>
          </p:cNvPr>
          <p:cNvGrpSpPr/>
          <p:nvPr/>
        </p:nvGrpSpPr>
        <p:grpSpPr>
          <a:xfrm>
            <a:off x="0" y="-24341"/>
            <a:ext cx="12192000" cy="923152"/>
            <a:chOff x="0" y="-24341"/>
            <a:chExt cx="12192000" cy="92315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1C96516-5769-ADE0-4948-DC528370DE6B}"/>
                </a:ext>
              </a:extLst>
            </p:cNvPr>
            <p:cNvGrpSpPr/>
            <p:nvPr/>
          </p:nvGrpSpPr>
          <p:grpSpPr>
            <a:xfrm>
              <a:off x="0" y="-16653"/>
              <a:ext cx="12192000" cy="915464"/>
              <a:chOff x="88119" y="-8993"/>
              <a:chExt cx="12192000" cy="91546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46BBF9-A323-BEBE-EB4E-A934E4B17B60}"/>
                  </a:ext>
                </a:extLst>
              </p:cNvPr>
              <p:cNvSpPr/>
              <p:nvPr/>
            </p:nvSpPr>
            <p:spPr>
              <a:xfrm rot="10800000">
                <a:off x="88119" y="-7929"/>
                <a:ext cx="12192000" cy="914400"/>
              </a:xfrm>
              <a:prstGeom prst="rect">
                <a:avLst/>
              </a:prstGeom>
              <a:gradFill flip="none" rotWithShape="1">
                <a:gsLst>
                  <a:gs pos="78000">
                    <a:schemeClr val="tx1">
                      <a:alpha val="0"/>
                    </a:schemeClr>
                  </a:gs>
                  <a:gs pos="24000">
                    <a:srgbClr val="000000">
                      <a:alpha val="64000"/>
                    </a:srgbClr>
                  </a:gs>
                  <a:gs pos="0">
                    <a:schemeClr val="tx1"/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6CAC8A7-BF1F-2720-922B-043715AEBD31}"/>
                  </a:ext>
                </a:extLst>
              </p:cNvPr>
              <p:cNvSpPr/>
              <p:nvPr/>
            </p:nvSpPr>
            <p:spPr>
              <a:xfrm>
                <a:off x="88119" y="-8993"/>
                <a:ext cx="1014539" cy="702590"/>
              </a:xfrm>
              <a:prstGeom prst="roundRect">
                <a:avLst>
                  <a:gd name="adj" fmla="val 1658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sz="1400" b="1" dirty="0">
                    <a:solidFill>
                      <a:schemeClr val="bg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Round</a:t>
                </a:r>
                <a:endParaRPr lang="en-CA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CA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3/5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7A1D358F-525D-7DC7-BB05-FEB46E058E9E}"/>
                  </a:ext>
                </a:extLst>
              </p:cNvPr>
              <p:cNvSpPr/>
              <p:nvPr/>
            </p:nvSpPr>
            <p:spPr>
              <a:xfrm>
                <a:off x="11397760" y="-8993"/>
                <a:ext cx="882359" cy="702590"/>
              </a:xfrm>
              <a:prstGeom prst="roundRect">
                <a:avLst>
                  <a:gd name="adj" fmla="val 1658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CA" sz="1400" b="1" dirty="0">
                    <a:solidFill>
                      <a:schemeClr val="bg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Score</a:t>
                </a:r>
                <a:endParaRPr lang="en-CA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r"/>
                <a:r>
                  <a:rPr lang="en-CA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12345</a:t>
                </a:r>
              </a:p>
            </p:txBody>
          </p:sp>
        </p:grp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0203DE0C-B3DB-E350-993E-C18802701634}"/>
                </a:ext>
              </a:extLst>
            </p:cNvPr>
            <p:cNvSpPr/>
            <p:nvPr/>
          </p:nvSpPr>
          <p:spPr>
            <a:xfrm>
              <a:off x="5161429" y="-24341"/>
              <a:ext cx="1869141" cy="702590"/>
            </a:xfrm>
            <a:prstGeom prst="roundRect">
              <a:avLst>
                <a:gd name="adj" fmla="val 16587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Countdown</a:t>
              </a:r>
              <a:endParaRPr lang="en-CA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ctr"/>
              <a:r>
                <a:rPr lang="en-CA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00:24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730CE0B-EEE0-025A-642B-6BAAB064B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388" y="827824"/>
            <a:ext cx="7630493" cy="5896290"/>
          </a:xfrm>
          <a:prstGeom prst="roundRect">
            <a:avLst>
              <a:gd name="adj" fmla="val 185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15397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93EC-8456-98D5-8BEB-BDC940C2A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67ED6F-A693-DA77-5B9E-CE9756556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35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64C77B-6126-2930-AE8C-112F2F656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94" y="4928770"/>
            <a:ext cx="2323387" cy="1795344"/>
          </a:xfrm>
          <a:prstGeom prst="roundRect">
            <a:avLst>
              <a:gd name="adj" fmla="val 185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3698C2F-8EA9-5DD2-29F1-2C7552A48F6B}"/>
              </a:ext>
            </a:extLst>
          </p:cNvPr>
          <p:cNvGrpSpPr/>
          <p:nvPr/>
        </p:nvGrpSpPr>
        <p:grpSpPr>
          <a:xfrm>
            <a:off x="0" y="-15590"/>
            <a:ext cx="12192000" cy="914401"/>
            <a:chOff x="0" y="-15590"/>
            <a:chExt cx="12192000" cy="9144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130CD29-139A-5D0E-65D0-44DF2DFE32F3}"/>
                </a:ext>
              </a:extLst>
            </p:cNvPr>
            <p:cNvGrpSpPr/>
            <p:nvPr/>
          </p:nvGrpSpPr>
          <p:grpSpPr>
            <a:xfrm>
              <a:off x="0" y="-15589"/>
              <a:ext cx="12192000" cy="914400"/>
              <a:chOff x="88119" y="-7929"/>
              <a:chExt cx="12192000" cy="9144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A003AD4-69EE-76CE-CF13-C8A6BB8E6E20}"/>
                  </a:ext>
                </a:extLst>
              </p:cNvPr>
              <p:cNvSpPr/>
              <p:nvPr/>
            </p:nvSpPr>
            <p:spPr>
              <a:xfrm rot="10800000">
                <a:off x="88119" y="-7929"/>
                <a:ext cx="12192000" cy="914400"/>
              </a:xfrm>
              <a:prstGeom prst="rect">
                <a:avLst/>
              </a:prstGeom>
              <a:gradFill flip="none" rotWithShape="1">
                <a:gsLst>
                  <a:gs pos="78000">
                    <a:schemeClr val="tx1">
                      <a:alpha val="0"/>
                    </a:schemeClr>
                  </a:gs>
                  <a:gs pos="24000">
                    <a:srgbClr val="000000">
                      <a:alpha val="64000"/>
                    </a:srgbClr>
                  </a:gs>
                  <a:gs pos="0">
                    <a:schemeClr val="tx1"/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68C6445-F090-05B8-FBEA-AFB8D0584D26}"/>
                  </a:ext>
                </a:extLst>
              </p:cNvPr>
              <p:cNvSpPr/>
              <p:nvPr/>
            </p:nvSpPr>
            <p:spPr>
              <a:xfrm>
                <a:off x="1782498" y="1305"/>
                <a:ext cx="1014539" cy="702590"/>
              </a:xfrm>
              <a:prstGeom prst="roundRect">
                <a:avLst>
                  <a:gd name="adj" fmla="val 1658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sz="1400" b="1" dirty="0">
                    <a:solidFill>
                      <a:schemeClr val="bg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Round</a:t>
                </a:r>
                <a:endParaRPr lang="en-CA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CA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3/5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6C8C2EF-B834-3D23-CA4A-F68C1BD76BEF}"/>
                  </a:ext>
                </a:extLst>
              </p:cNvPr>
              <p:cNvSpPr/>
              <p:nvPr/>
            </p:nvSpPr>
            <p:spPr>
              <a:xfrm>
                <a:off x="11397760" y="0"/>
                <a:ext cx="882359" cy="702590"/>
              </a:xfrm>
              <a:prstGeom prst="roundRect">
                <a:avLst>
                  <a:gd name="adj" fmla="val 1658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CA" sz="1400" b="1" dirty="0">
                    <a:solidFill>
                      <a:schemeClr val="bg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Score</a:t>
                </a:r>
                <a:endParaRPr lang="en-CA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r"/>
                <a:r>
                  <a:rPr lang="en-CA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12345</a:t>
                </a:r>
              </a:p>
            </p:txBody>
          </p:sp>
        </p:grp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474940C7-8935-FF62-D360-D9366BCEB4A1}"/>
                </a:ext>
              </a:extLst>
            </p:cNvPr>
            <p:cNvSpPr/>
            <p:nvPr/>
          </p:nvSpPr>
          <p:spPr>
            <a:xfrm>
              <a:off x="2708918" y="-15590"/>
              <a:ext cx="1869141" cy="702590"/>
            </a:xfrm>
            <a:prstGeom prst="roundRect">
              <a:avLst>
                <a:gd name="adj" fmla="val 16587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400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Countdown</a:t>
              </a:r>
              <a:endParaRPr lang="en-CA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en-CA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00:24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8C9BC8-F1D4-461E-FF9B-E9D584A57608}"/>
              </a:ext>
            </a:extLst>
          </p:cNvPr>
          <p:cNvSpPr/>
          <p:nvPr/>
        </p:nvSpPr>
        <p:spPr>
          <a:xfrm>
            <a:off x="0" y="94236"/>
            <a:ext cx="1694379" cy="480812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UMG!</a:t>
            </a:r>
            <a:endParaRPr lang="en-CA" sz="4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534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17873-4116-2A0C-B55B-143349E8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711B46-6507-5A2E-F290-B55837711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35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D719EA-785A-F222-8D2D-BB09A51D1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388" y="827824"/>
            <a:ext cx="7630493" cy="5896290"/>
          </a:xfrm>
          <a:prstGeom prst="roundRect">
            <a:avLst>
              <a:gd name="adj" fmla="val 185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AC94D7A-3923-5F37-D500-C353FD3EF764}"/>
              </a:ext>
            </a:extLst>
          </p:cNvPr>
          <p:cNvGrpSpPr/>
          <p:nvPr/>
        </p:nvGrpSpPr>
        <p:grpSpPr>
          <a:xfrm>
            <a:off x="0" y="-15590"/>
            <a:ext cx="12192000" cy="914401"/>
            <a:chOff x="0" y="-15590"/>
            <a:chExt cx="12192000" cy="9144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208518-B3B7-9CAE-5177-CA02E35EB1DB}"/>
                </a:ext>
              </a:extLst>
            </p:cNvPr>
            <p:cNvGrpSpPr/>
            <p:nvPr/>
          </p:nvGrpSpPr>
          <p:grpSpPr>
            <a:xfrm>
              <a:off x="0" y="-15589"/>
              <a:ext cx="12192000" cy="914400"/>
              <a:chOff x="88119" y="-7929"/>
              <a:chExt cx="12192000" cy="9144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E748120-7B8E-AE5B-82A1-ABA8DE07286D}"/>
                  </a:ext>
                </a:extLst>
              </p:cNvPr>
              <p:cNvSpPr/>
              <p:nvPr/>
            </p:nvSpPr>
            <p:spPr>
              <a:xfrm rot="10800000">
                <a:off x="88119" y="-7929"/>
                <a:ext cx="12192000" cy="914400"/>
              </a:xfrm>
              <a:prstGeom prst="rect">
                <a:avLst/>
              </a:prstGeom>
              <a:gradFill flip="none" rotWithShape="1">
                <a:gsLst>
                  <a:gs pos="78000">
                    <a:schemeClr val="tx1">
                      <a:alpha val="0"/>
                    </a:schemeClr>
                  </a:gs>
                  <a:gs pos="24000">
                    <a:srgbClr val="000000">
                      <a:alpha val="64000"/>
                    </a:srgbClr>
                  </a:gs>
                  <a:gs pos="0">
                    <a:schemeClr val="tx1"/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25E2F3B7-92C1-9BF4-FA18-6A49CE44EC9A}"/>
                  </a:ext>
                </a:extLst>
              </p:cNvPr>
              <p:cNvSpPr/>
              <p:nvPr/>
            </p:nvSpPr>
            <p:spPr>
              <a:xfrm>
                <a:off x="1782498" y="1305"/>
                <a:ext cx="1014539" cy="702590"/>
              </a:xfrm>
              <a:prstGeom prst="roundRect">
                <a:avLst>
                  <a:gd name="adj" fmla="val 1658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CA" sz="1400" b="1" dirty="0">
                    <a:solidFill>
                      <a:schemeClr val="bg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Round</a:t>
                </a:r>
                <a:endParaRPr lang="en-CA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r>
                  <a:rPr lang="en-CA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3/5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2EF31B8-9F2A-14F1-04B0-532DCE64BD78}"/>
                  </a:ext>
                </a:extLst>
              </p:cNvPr>
              <p:cNvSpPr/>
              <p:nvPr/>
            </p:nvSpPr>
            <p:spPr>
              <a:xfrm>
                <a:off x="11397760" y="0"/>
                <a:ext cx="882359" cy="702590"/>
              </a:xfrm>
              <a:prstGeom prst="roundRect">
                <a:avLst>
                  <a:gd name="adj" fmla="val 1658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CA" sz="1400" b="1" dirty="0">
                    <a:solidFill>
                      <a:schemeClr val="bg1">
                        <a:lumMod val="6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Score</a:t>
                </a:r>
                <a:endParaRPr lang="en-CA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r"/>
                <a:r>
                  <a:rPr lang="en-CA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12345</a:t>
                </a:r>
              </a:p>
            </p:txBody>
          </p:sp>
        </p:grp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F32438C-2A22-7984-BE44-1BB30D3AAE37}"/>
                </a:ext>
              </a:extLst>
            </p:cNvPr>
            <p:cNvSpPr/>
            <p:nvPr/>
          </p:nvSpPr>
          <p:spPr>
            <a:xfrm>
              <a:off x="2708918" y="-15590"/>
              <a:ext cx="1869141" cy="702590"/>
            </a:xfrm>
            <a:prstGeom prst="roundRect">
              <a:avLst>
                <a:gd name="adj" fmla="val 16587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400" b="1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Countdown</a:t>
              </a:r>
              <a:endParaRPr lang="en-CA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en-CA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00:24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54246F-D004-8350-4F93-D8FE77B3848C}"/>
              </a:ext>
            </a:extLst>
          </p:cNvPr>
          <p:cNvSpPr/>
          <p:nvPr/>
        </p:nvSpPr>
        <p:spPr>
          <a:xfrm>
            <a:off x="0" y="94236"/>
            <a:ext cx="1694379" cy="480812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UMG!</a:t>
            </a:r>
            <a:endParaRPr lang="en-CA" sz="4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1222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C5336-3395-2183-0169-2BD7A263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D3D76F-F621-2CCE-C3C1-D2429EFE9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9" y="898812"/>
            <a:ext cx="8783013" cy="4936379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FBA0E7-8059-2217-D837-D7747CF02F3C}"/>
              </a:ext>
            </a:extLst>
          </p:cNvPr>
          <p:cNvSpPr/>
          <p:nvPr/>
        </p:nvSpPr>
        <p:spPr>
          <a:xfrm>
            <a:off x="11089342" y="0"/>
            <a:ext cx="1014539" cy="702590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Round</a:t>
            </a:r>
            <a:endParaRPr lang="en-CA" b="1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en-C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3/5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49A95A-ED4A-85A2-6F07-0CA1E4A5C052}"/>
              </a:ext>
            </a:extLst>
          </p:cNvPr>
          <p:cNvSpPr/>
          <p:nvPr/>
        </p:nvSpPr>
        <p:spPr>
          <a:xfrm>
            <a:off x="9220201" y="0"/>
            <a:ext cx="1869141" cy="702590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Countdown</a:t>
            </a:r>
            <a:endParaRPr lang="en-CA" b="1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en-C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00:24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D18121-06DE-8AFC-3586-6A8DBCB26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090" y="4406866"/>
            <a:ext cx="2998792" cy="2317248"/>
          </a:xfrm>
          <a:prstGeom prst="roundRect">
            <a:avLst>
              <a:gd name="adj" fmla="val 185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6FF2AE-0E4A-1C9E-B8FD-F8B477130660}"/>
              </a:ext>
            </a:extLst>
          </p:cNvPr>
          <p:cNvSpPr/>
          <p:nvPr/>
        </p:nvSpPr>
        <p:spPr>
          <a:xfrm>
            <a:off x="88119" y="94234"/>
            <a:ext cx="2008094" cy="702589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UMG!</a:t>
            </a:r>
            <a:endParaRPr lang="en-CA" sz="4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2E406F6-6531-2C14-156B-6B3A77097B9C}"/>
              </a:ext>
            </a:extLst>
          </p:cNvPr>
          <p:cNvSpPr/>
          <p:nvPr/>
        </p:nvSpPr>
        <p:spPr>
          <a:xfrm>
            <a:off x="11221522" y="649449"/>
            <a:ext cx="882359" cy="702590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Score</a:t>
            </a:r>
            <a:endParaRPr lang="en-CA" b="1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en-C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375160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3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8888E-2693-7C3B-A754-D73B36E2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6F5D992-3365-0030-F780-77230D794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9" y="898812"/>
            <a:ext cx="8783013" cy="4936379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77124F-08E6-283D-FDC9-F71A2553935B}"/>
              </a:ext>
            </a:extLst>
          </p:cNvPr>
          <p:cNvSpPr/>
          <p:nvPr/>
        </p:nvSpPr>
        <p:spPr>
          <a:xfrm>
            <a:off x="11089342" y="0"/>
            <a:ext cx="1014539" cy="702590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Round</a:t>
            </a:r>
            <a:endParaRPr lang="en-CA" b="1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en-C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3/5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4AAAAB-CF12-6AD8-B776-8F6284B7BDEC}"/>
              </a:ext>
            </a:extLst>
          </p:cNvPr>
          <p:cNvSpPr/>
          <p:nvPr/>
        </p:nvSpPr>
        <p:spPr>
          <a:xfrm>
            <a:off x="11221522" y="649449"/>
            <a:ext cx="882359" cy="702590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Score</a:t>
            </a:r>
            <a:endParaRPr lang="en-CA" b="1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en-C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12345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E8745-5AD9-0A90-B073-0B3E6B145FA2}"/>
              </a:ext>
            </a:extLst>
          </p:cNvPr>
          <p:cNvSpPr/>
          <p:nvPr/>
        </p:nvSpPr>
        <p:spPr>
          <a:xfrm>
            <a:off x="9220201" y="0"/>
            <a:ext cx="1869141" cy="702590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Countdown</a:t>
            </a:r>
            <a:endParaRPr lang="en-CA" b="1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en-C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00:24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963D42-F219-A22F-16D8-6E8CE2C65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718" y="1548261"/>
            <a:ext cx="6698164" cy="5175853"/>
          </a:xfrm>
          <a:prstGeom prst="roundRect">
            <a:avLst>
              <a:gd name="adj" fmla="val 185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E1B52A-8B6E-1BA8-73B8-C7B5B0352E68}"/>
              </a:ext>
            </a:extLst>
          </p:cNvPr>
          <p:cNvSpPr/>
          <p:nvPr/>
        </p:nvSpPr>
        <p:spPr>
          <a:xfrm>
            <a:off x="88119" y="94234"/>
            <a:ext cx="2008094" cy="702589"/>
          </a:xfrm>
          <a:prstGeom prst="roundRect">
            <a:avLst>
              <a:gd name="adj" fmla="val 1658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40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UMG!</a:t>
            </a:r>
            <a:endParaRPr lang="en-CA" sz="4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6096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F9B2-E81F-8EC6-ED48-8C7556BF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Less polished but full game flow</a:t>
            </a:r>
          </a:p>
        </p:txBody>
      </p:sp>
    </p:spTree>
    <p:extLst>
      <p:ext uri="{BB962C8B-B14F-4D97-AF65-F5344CB8AC3E}">
        <p14:creationId xmlns:p14="http://schemas.microsoft.com/office/powerpoint/2010/main" val="1425886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691242-E258-AAB8-272F-B274A7BD9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57" b="135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9A9D9E-7EE1-3AEA-369F-F21927A86E42}"/>
              </a:ext>
            </a:extLst>
          </p:cNvPr>
          <p:cNvSpPr/>
          <p:nvPr/>
        </p:nvSpPr>
        <p:spPr>
          <a:xfrm>
            <a:off x="3998256" y="1898372"/>
            <a:ext cx="4195480" cy="4619064"/>
          </a:xfrm>
          <a:prstGeom prst="roundRect">
            <a:avLst>
              <a:gd name="adj" fmla="val 5232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C15165-E501-6472-BA42-DE4A45D03EA3}"/>
              </a:ext>
            </a:extLst>
          </p:cNvPr>
          <p:cNvSpPr/>
          <p:nvPr/>
        </p:nvSpPr>
        <p:spPr>
          <a:xfrm>
            <a:off x="4175311" y="5700241"/>
            <a:ext cx="3841376" cy="636494"/>
          </a:xfrm>
          <a:prstGeom prst="roundRect">
            <a:avLst/>
          </a:prstGeom>
          <a:solidFill>
            <a:srgbClr val="FFC819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PLAY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F76C1-B405-96FE-4330-E9084F207C0F}"/>
              </a:ext>
            </a:extLst>
          </p:cNvPr>
          <p:cNvSpPr txBox="1"/>
          <p:nvPr/>
        </p:nvSpPr>
        <p:spPr>
          <a:xfrm>
            <a:off x="4175311" y="102801"/>
            <a:ext cx="384137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8000" b="1" dirty="0">
                <a:ln w="19050">
                  <a:solidFill>
                    <a:schemeClr val="tx1"/>
                  </a:solidFill>
                </a:ln>
              </a:rPr>
              <a:t>UMG!</a:t>
            </a:r>
          </a:p>
          <a:p>
            <a:pPr algn="ctr"/>
            <a:r>
              <a:rPr lang="en-C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UManitobaGuessr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82D7E13-EE45-88DB-CB24-618360314ED7}"/>
              </a:ext>
            </a:extLst>
          </p:cNvPr>
          <p:cNvGrpSpPr/>
          <p:nvPr/>
        </p:nvGrpSpPr>
        <p:grpSpPr>
          <a:xfrm>
            <a:off x="4830297" y="4014002"/>
            <a:ext cx="2531407" cy="1263792"/>
            <a:chOff x="4830296" y="3019658"/>
            <a:chExt cx="2531407" cy="126379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033225-7DAB-FE1E-ED53-37DD885B0CF8}"/>
                </a:ext>
              </a:extLst>
            </p:cNvPr>
            <p:cNvGrpSpPr/>
            <p:nvPr/>
          </p:nvGrpSpPr>
          <p:grpSpPr>
            <a:xfrm>
              <a:off x="4830297" y="3439648"/>
              <a:ext cx="2531406" cy="843802"/>
              <a:chOff x="5602941" y="3487270"/>
              <a:chExt cx="1748118" cy="58270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3B0411B-E8B0-72BA-7CDE-ADAB06E60354}"/>
                  </a:ext>
                </a:extLst>
              </p:cNvPr>
              <p:cNvSpPr/>
              <p:nvPr/>
            </p:nvSpPr>
            <p:spPr>
              <a:xfrm>
                <a:off x="5602941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OFF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379F81B-4F22-7AB8-82C6-1B4D89C30421}"/>
                  </a:ext>
                </a:extLst>
              </p:cNvPr>
              <p:cNvSpPr/>
              <p:nvPr/>
            </p:nvSpPr>
            <p:spPr>
              <a:xfrm>
                <a:off x="6185647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1 </a:t>
                </a:r>
                <a:br>
                  <a:rPr lang="en-CA" b="1" dirty="0">
                    <a:solidFill>
                      <a:schemeClr val="tx1"/>
                    </a:solidFill>
                  </a:rPr>
                </a:br>
                <a:r>
                  <a:rPr lang="en-CA" b="1" dirty="0">
                    <a:solidFill>
                      <a:schemeClr val="tx1"/>
                    </a:solidFill>
                  </a:rPr>
                  <a:t>min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FE617F1-044A-10A5-4B98-6F5C4CEAE977}"/>
                  </a:ext>
                </a:extLst>
              </p:cNvPr>
              <p:cNvSpPr/>
              <p:nvPr/>
            </p:nvSpPr>
            <p:spPr>
              <a:xfrm>
                <a:off x="6768353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5 </a:t>
                </a:r>
                <a:br>
                  <a:rPr lang="en-CA" b="1" dirty="0">
                    <a:solidFill>
                      <a:schemeClr val="tx1"/>
                    </a:solidFill>
                  </a:rPr>
                </a:br>
                <a:r>
                  <a:rPr lang="en-CA" b="1" dirty="0">
                    <a:solidFill>
                      <a:schemeClr val="tx1"/>
                    </a:solidFill>
                  </a:rPr>
                  <a:t>min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003F24-70A9-572E-6B9B-BC50D5892C51}"/>
                </a:ext>
              </a:extLst>
            </p:cNvPr>
            <p:cNvSpPr txBox="1"/>
            <p:nvPr/>
          </p:nvSpPr>
          <p:spPr>
            <a:xfrm>
              <a:off x="4830296" y="3019658"/>
              <a:ext cx="2531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Countdown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E27991A-5AA5-A927-7242-1E57AC2BF022}"/>
              </a:ext>
            </a:extLst>
          </p:cNvPr>
          <p:cNvGrpSpPr/>
          <p:nvPr/>
        </p:nvGrpSpPr>
        <p:grpSpPr>
          <a:xfrm>
            <a:off x="4830297" y="2327763"/>
            <a:ext cx="2531406" cy="1263792"/>
            <a:chOff x="4830296" y="1524793"/>
            <a:chExt cx="2531406" cy="126379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AB7232D-4998-3DEF-63DF-7445F61AB5DF}"/>
                </a:ext>
              </a:extLst>
            </p:cNvPr>
            <p:cNvGrpSpPr/>
            <p:nvPr/>
          </p:nvGrpSpPr>
          <p:grpSpPr>
            <a:xfrm>
              <a:off x="4830296" y="1944783"/>
              <a:ext cx="2531404" cy="843802"/>
              <a:chOff x="5602942" y="3487270"/>
              <a:chExt cx="1748117" cy="58270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9533AD8-BD18-5C24-7AA3-D399159413C7}"/>
                  </a:ext>
                </a:extLst>
              </p:cNvPr>
              <p:cNvSpPr/>
              <p:nvPr/>
            </p:nvSpPr>
            <p:spPr>
              <a:xfrm>
                <a:off x="5602942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26AFD5F-B4AC-49C9-7FFD-32325CB3597C}"/>
                  </a:ext>
                </a:extLst>
              </p:cNvPr>
              <p:cNvSpPr/>
              <p:nvPr/>
            </p:nvSpPr>
            <p:spPr>
              <a:xfrm>
                <a:off x="6185647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BCA0D78-0B31-E23B-26A2-D8521F67813D}"/>
                  </a:ext>
                </a:extLst>
              </p:cNvPr>
              <p:cNvSpPr/>
              <p:nvPr/>
            </p:nvSpPr>
            <p:spPr>
              <a:xfrm>
                <a:off x="6768353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A57097-03E5-9D04-5F7E-E70006298A8A}"/>
                </a:ext>
              </a:extLst>
            </p:cNvPr>
            <p:cNvSpPr txBox="1"/>
            <p:nvPr/>
          </p:nvSpPr>
          <p:spPr>
            <a:xfrm>
              <a:off x="4830296" y="1524793"/>
              <a:ext cx="2531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Rounds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849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0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0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6F00DD-DEDD-A8AA-1681-C3BFB9297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57" b="135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DF466F-AA82-BAE1-7753-B8FDEDDC4C46}"/>
              </a:ext>
            </a:extLst>
          </p:cNvPr>
          <p:cNvSpPr/>
          <p:nvPr/>
        </p:nvSpPr>
        <p:spPr>
          <a:xfrm>
            <a:off x="5047128" y="2947147"/>
            <a:ext cx="2097744" cy="963706"/>
          </a:xfrm>
          <a:prstGeom prst="roundRect">
            <a:avLst>
              <a:gd name="adj" fmla="val 5232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Loading…</a:t>
            </a:r>
          </a:p>
        </p:txBody>
      </p:sp>
    </p:spTree>
    <p:extLst>
      <p:ext uri="{BB962C8B-B14F-4D97-AF65-F5344CB8AC3E}">
        <p14:creationId xmlns:p14="http://schemas.microsoft.com/office/powerpoint/2010/main" val="1029176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2CEABC-4B57-696C-5232-9231CE78D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35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A7948F-72FE-58E2-6FEF-C92038589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468" y="3608035"/>
            <a:ext cx="3451411" cy="2666999"/>
          </a:xfrm>
          <a:prstGeom prst="roundRect">
            <a:avLst>
              <a:gd name="adj" fmla="val 609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32A23A-4F6C-39AD-546C-2DF372BCB576}"/>
              </a:ext>
            </a:extLst>
          </p:cNvPr>
          <p:cNvSpPr/>
          <p:nvPr/>
        </p:nvSpPr>
        <p:spPr>
          <a:xfrm rot="10800000" flipV="1">
            <a:off x="8652468" y="6382871"/>
            <a:ext cx="3451411" cy="361647"/>
          </a:xfrm>
          <a:prstGeom prst="roundRect">
            <a:avLst>
              <a:gd name="adj" fmla="val 19093"/>
            </a:avLst>
          </a:prstGeom>
          <a:solidFill>
            <a:srgbClr val="FFC819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CONFIRM GUESS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7B7626-F845-E2CA-1818-06B480DF0377}"/>
              </a:ext>
            </a:extLst>
          </p:cNvPr>
          <p:cNvSpPr/>
          <p:nvPr/>
        </p:nvSpPr>
        <p:spPr>
          <a:xfrm>
            <a:off x="10972800" y="136684"/>
            <a:ext cx="1014539" cy="702590"/>
          </a:xfrm>
          <a:prstGeom prst="roundRect">
            <a:avLst>
              <a:gd name="adj" fmla="val 1658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</a:t>
            </a:r>
            <a:endParaRPr lang="en-C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CA" dirty="0">
                <a:solidFill>
                  <a:schemeClr val="tx1"/>
                </a:solidFill>
              </a:rPr>
              <a:t>3/5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9E47CF-4EA0-5D95-6A6F-B8C98B6E940D}"/>
              </a:ext>
            </a:extLst>
          </p:cNvPr>
          <p:cNvSpPr/>
          <p:nvPr/>
        </p:nvSpPr>
        <p:spPr>
          <a:xfrm>
            <a:off x="9754364" y="136684"/>
            <a:ext cx="1014538" cy="702590"/>
          </a:xfrm>
          <a:prstGeom prst="roundRect">
            <a:avLst>
              <a:gd name="adj" fmla="val 1658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Score</a:t>
            </a:r>
            <a:endParaRPr lang="en-C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CA" dirty="0">
                <a:solidFill>
                  <a:schemeClr val="tx1"/>
                </a:solidFill>
              </a:rPr>
              <a:t>12345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69858B-380C-763E-BE1A-9193307F8AE7}"/>
              </a:ext>
            </a:extLst>
          </p:cNvPr>
          <p:cNvSpPr/>
          <p:nvPr/>
        </p:nvSpPr>
        <p:spPr>
          <a:xfrm>
            <a:off x="204661" y="136684"/>
            <a:ext cx="682889" cy="472916"/>
          </a:xfrm>
          <a:prstGeom prst="roundRect">
            <a:avLst>
              <a:gd name="adj" fmla="val 16587"/>
            </a:avLst>
          </a:prstGeom>
          <a:solidFill>
            <a:srgbClr val="FF505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EXIT</a:t>
            </a:r>
            <a:endParaRPr lang="en-CA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261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6825-89C7-E911-6E8B-3F1FC973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F4FD3C-D465-C5A6-27CE-FC6D66116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35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3D55E2-CA40-8988-91EB-A3BAD01CC1A7}"/>
              </a:ext>
            </a:extLst>
          </p:cNvPr>
          <p:cNvSpPr/>
          <p:nvPr/>
        </p:nvSpPr>
        <p:spPr>
          <a:xfrm>
            <a:off x="10972800" y="136684"/>
            <a:ext cx="1014539" cy="702590"/>
          </a:xfrm>
          <a:prstGeom prst="roundRect">
            <a:avLst>
              <a:gd name="adj" fmla="val 1658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</a:t>
            </a:r>
            <a:endParaRPr lang="en-C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CA" dirty="0">
                <a:solidFill>
                  <a:schemeClr val="tx1"/>
                </a:solidFill>
              </a:rPr>
              <a:t>3/5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F30D94-152E-3874-C97F-C3DADDD58B8F}"/>
              </a:ext>
            </a:extLst>
          </p:cNvPr>
          <p:cNvSpPr/>
          <p:nvPr/>
        </p:nvSpPr>
        <p:spPr>
          <a:xfrm>
            <a:off x="9754364" y="136684"/>
            <a:ext cx="1014538" cy="702590"/>
          </a:xfrm>
          <a:prstGeom prst="roundRect">
            <a:avLst>
              <a:gd name="adj" fmla="val 1658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Score</a:t>
            </a:r>
            <a:endParaRPr lang="en-C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CA" dirty="0">
                <a:solidFill>
                  <a:schemeClr val="tx1"/>
                </a:solidFill>
              </a:rPr>
              <a:t>12345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5FB378-62A5-1564-32DE-CA69A765669B}"/>
              </a:ext>
            </a:extLst>
          </p:cNvPr>
          <p:cNvSpPr/>
          <p:nvPr/>
        </p:nvSpPr>
        <p:spPr>
          <a:xfrm>
            <a:off x="204661" y="136684"/>
            <a:ext cx="682889" cy="472916"/>
          </a:xfrm>
          <a:prstGeom prst="roundRect">
            <a:avLst>
              <a:gd name="adj" fmla="val 16587"/>
            </a:avLst>
          </a:prstGeom>
          <a:solidFill>
            <a:srgbClr val="FF505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EXIT</a:t>
            </a:r>
            <a:endParaRPr lang="en-CA" sz="24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50CD2C-75AD-3979-CA87-45CBFAC67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222" y="1196164"/>
            <a:ext cx="6572656" cy="5078870"/>
          </a:xfrm>
          <a:prstGeom prst="roundRect">
            <a:avLst>
              <a:gd name="adj" fmla="val 609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F63A82-7B85-D416-4516-6C622942C27E}"/>
              </a:ext>
            </a:extLst>
          </p:cNvPr>
          <p:cNvSpPr/>
          <p:nvPr/>
        </p:nvSpPr>
        <p:spPr>
          <a:xfrm rot="10800000" flipV="1">
            <a:off x="5531221" y="6382871"/>
            <a:ext cx="6572657" cy="361647"/>
          </a:xfrm>
          <a:prstGeom prst="roundRect">
            <a:avLst>
              <a:gd name="adj" fmla="val 19093"/>
            </a:avLst>
          </a:prstGeom>
          <a:solidFill>
            <a:srgbClr val="FFC819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CONFIRM GUESS</a:t>
            </a:r>
          </a:p>
        </p:txBody>
      </p:sp>
    </p:spTree>
    <p:extLst>
      <p:ext uri="{BB962C8B-B14F-4D97-AF65-F5344CB8AC3E}">
        <p14:creationId xmlns:p14="http://schemas.microsoft.com/office/powerpoint/2010/main" val="2283400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1320-3A88-0E42-0162-85EADD866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0E6BF6-3D05-FB90-2472-0381FE699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356"/>
          </a:xfrm>
          <a:prstGeom prst="roundRect">
            <a:avLst>
              <a:gd name="adj" fmla="val 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EBE983-2FE1-94D6-26CC-F49750697502}"/>
              </a:ext>
            </a:extLst>
          </p:cNvPr>
          <p:cNvSpPr/>
          <p:nvPr/>
        </p:nvSpPr>
        <p:spPr>
          <a:xfrm>
            <a:off x="5047128" y="2947147"/>
            <a:ext cx="2097744" cy="963706"/>
          </a:xfrm>
          <a:prstGeom prst="roundRect">
            <a:avLst>
              <a:gd name="adj" fmla="val 5232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Loading…</a:t>
            </a:r>
          </a:p>
        </p:txBody>
      </p:sp>
    </p:spTree>
    <p:extLst>
      <p:ext uri="{BB962C8B-B14F-4D97-AF65-F5344CB8AC3E}">
        <p14:creationId xmlns:p14="http://schemas.microsoft.com/office/powerpoint/2010/main" val="4075895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F9FE-16AE-A8CD-7049-BA6E5B13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4F5D09-5491-9FF7-C858-3617C39CD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57"/>
          <a:stretch>
            <a:fillRect/>
          </a:stretch>
        </p:blipFill>
        <p:spPr>
          <a:xfrm>
            <a:off x="-12683" y="0"/>
            <a:ext cx="12217367" cy="685800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5F25E1-C7A9-7892-3CEA-D2DEFEBB7DA6}"/>
              </a:ext>
            </a:extLst>
          </p:cNvPr>
          <p:cNvSpPr/>
          <p:nvPr/>
        </p:nvSpPr>
        <p:spPr>
          <a:xfrm>
            <a:off x="10972800" y="136684"/>
            <a:ext cx="1014539" cy="702590"/>
          </a:xfrm>
          <a:prstGeom prst="roundRect">
            <a:avLst>
              <a:gd name="adj" fmla="val 1658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</a:t>
            </a:r>
            <a:endParaRPr lang="en-C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CA" dirty="0">
                <a:solidFill>
                  <a:schemeClr val="tx1"/>
                </a:solidFill>
              </a:rPr>
              <a:t>3/5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BA31DE-53F5-9870-B1FB-4261D6D9036A}"/>
              </a:ext>
            </a:extLst>
          </p:cNvPr>
          <p:cNvSpPr/>
          <p:nvPr/>
        </p:nvSpPr>
        <p:spPr>
          <a:xfrm>
            <a:off x="9754364" y="136684"/>
            <a:ext cx="1014538" cy="702590"/>
          </a:xfrm>
          <a:prstGeom prst="roundRect">
            <a:avLst>
              <a:gd name="adj" fmla="val 1658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Score</a:t>
            </a:r>
            <a:endParaRPr lang="en-C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CA" dirty="0">
                <a:solidFill>
                  <a:schemeClr val="tx1"/>
                </a:solidFill>
              </a:rPr>
              <a:t>12345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0726BC-F540-5FA5-D3B5-D6AB3ADF3C75}"/>
              </a:ext>
            </a:extLst>
          </p:cNvPr>
          <p:cNvSpPr/>
          <p:nvPr/>
        </p:nvSpPr>
        <p:spPr>
          <a:xfrm>
            <a:off x="204661" y="136684"/>
            <a:ext cx="682889" cy="472916"/>
          </a:xfrm>
          <a:prstGeom prst="roundRect">
            <a:avLst>
              <a:gd name="adj" fmla="val 16587"/>
            </a:avLst>
          </a:prstGeom>
          <a:solidFill>
            <a:srgbClr val="FF505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Exit</a:t>
            </a:r>
            <a:endParaRPr lang="en-CA" sz="2400" dirty="0">
              <a:solidFill>
                <a:schemeClr val="tx1"/>
              </a:solidFill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D283E371-3DAF-2E54-A907-D357C2C7BFFF}"/>
              </a:ext>
            </a:extLst>
          </p:cNvPr>
          <p:cNvSpPr/>
          <p:nvPr/>
        </p:nvSpPr>
        <p:spPr>
          <a:xfrm rot="10800000">
            <a:off x="7781365" y="2036605"/>
            <a:ext cx="502023" cy="432778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BAE85E1-FA82-6E57-A811-D7EE5ABA62AE}"/>
              </a:ext>
            </a:extLst>
          </p:cNvPr>
          <p:cNvSpPr/>
          <p:nvPr/>
        </p:nvSpPr>
        <p:spPr>
          <a:xfrm rot="10800000">
            <a:off x="10517890" y="3415859"/>
            <a:ext cx="502023" cy="432778"/>
          </a:xfrm>
          <a:prstGeom prst="triangle">
            <a:avLst/>
          </a:prstGeom>
          <a:solidFill>
            <a:srgbClr val="FFC81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7D19F-B568-BD49-D2C9-B0126E203D32}"/>
              </a:ext>
            </a:extLst>
          </p:cNvPr>
          <p:cNvCxnSpPr>
            <a:stCxn id="2" idx="0"/>
            <a:endCxn id="3" idx="0"/>
          </p:cNvCxnSpPr>
          <p:nvPr/>
        </p:nvCxnSpPr>
        <p:spPr>
          <a:xfrm>
            <a:off x="8032376" y="2469383"/>
            <a:ext cx="2736525" cy="1379254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C470939-9A61-E052-F7C4-25EA5A353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882" y="609600"/>
            <a:ext cx="2538988" cy="1427005"/>
          </a:xfrm>
          <a:prstGeom prst="roundRect">
            <a:avLst>
              <a:gd name="adj" fmla="val 12582"/>
            </a:avLst>
          </a:prstGeom>
          <a:ln w="28575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90F52F-F021-8C0D-7572-58FF67831A8F}"/>
              </a:ext>
            </a:extLst>
          </p:cNvPr>
          <p:cNvSpPr/>
          <p:nvPr/>
        </p:nvSpPr>
        <p:spPr>
          <a:xfrm>
            <a:off x="10315717" y="2509490"/>
            <a:ext cx="906368" cy="906368"/>
          </a:xfrm>
          <a:prstGeom prst="round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14B7DA-171B-4909-D6D5-8EB57F7B13AD}"/>
              </a:ext>
            </a:extLst>
          </p:cNvPr>
          <p:cNvSpPr/>
          <p:nvPr/>
        </p:nvSpPr>
        <p:spPr>
          <a:xfrm rot="10800000" flipV="1">
            <a:off x="62753" y="6248400"/>
            <a:ext cx="12066494" cy="543505"/>
          </a:xfrm>
          <a:prstGeom prst="roundRect">
            <a:avLst>
              <a:gd name="adj" fmla="val 19093"/>
            </a:avLst>
          </a:prstGeom>
          <a:solidFill>
            <a:srgbClr val="FFC819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NEXT ROUND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CAEAC23-735B-DC75-5043-3E3BD86074D6}"/>
              </a:ext>
            </a:extLst>
          </p:cNvPr>
          <p:cNvSpPr/>
          <p:nvPr/>
        </p:nvSpPr>
        <p:spPr>
          <a:xfrm>
            <a:off x="10315717" y="1837765"/>
            <a:ext cx="906368" cy="594602"/>
          </a:xfrm>
          <a:prstGeom prst="roundRect">
            <a:avLst>
              <a:gd name="adj" fmla="val 1658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Score</a:t>
            </a:r>
            <a:endParaRPr lang="en-CA" dirty="0">
              <a:solidFill>
                <a:schemeClr val="tx1"/>
              </a:solidFill>
            </a:endParaRPr>
          </a:p>
          <a:p>
            <a:pPr algn="ctr"/>
            <a:r>
              <a:rPr lang="en-CA" dirty="0">
                <a:solidFill>
                  <a:schemeClr val="tx1"/>
                </a:solidFill>
              </a:rPr>
              <a:t>+999</a:t>
            </a:r>
          </a:p>
        </p:txBody>
      </p:sp>
    </p:spTree>
    <p:extLst>
      <p:ext uri="{BB962C8B-B14F-4D97-AF65-F5344CB8AC3E}">
        <p14:creationId xmlns:p14="http://schemas.microsoft.com/office/powerpoint/2010/main" val="647935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88DE-13A4-0978-8DB4-1A9348BF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898740-E705-A073-AC3F-87E5ACB4E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7357"/>
          <a:stretch>
            <a:fillRect/>
          </a:stretch>
        </p:blipFill>
        <p:spPr>
          <a:xfrm>
            <a:off x="-12683" y="0"/>
            <a:ext cx="12217367" cy="685800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7D2038-8C02-2CA3-F495-8F0BFA3464C6}"/>
              </a:ext>
            </a:extLst>
          </p:cNvPr>
          <p:cNvSpPr/>
          <p:nvPr/>
        </p:nvSpPr>
        <p:spPr>
          <a:xfrm>
            <a:off x="5047128" y="2947147"/>
            <a:ext cx="2097744" cy="963706"/>
          </a:xfrm>
          <a:prstGeom prst="roundRect">
            <a:avLst>
              <a:gd name="adj" fmla="val 5232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Loading…</a:t>
            </a:r>
          </a:p>
        </p:txBody>
      </p:sp>
    </p:spTree>
    <p:extLst>
      <p:ext uri="{BB962C8B-B14F-4D97-AF65-F5344CB8AC3E}">
        <p14:creationId xmlns:p14="http://schemas.microsoft.com/office/powerpoint/2010/main" val="2898172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123C-1692-896E-4757-7DB9B800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079EB4-C66B-5A82-BF9D-93D7B3D3A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7357"/>
          <a:stretch>
            <a:fillRect/>
          </a:stretch>
        </p:blipFill>
        <p:spPr>
          <a:xfrm>
            <a:off x="-12683" y="0"/>
            <a:ext cx="12217367" cy="6858000"/>
          </a:xfrm>
          <a:prstGeom prst="roundRect">
            <a:avLst>
              <a:gd name="adj" fmla="val 0"/>
            </a:avLst>
          </a:prstGeom>
          <a:ln>
            <a:solidFill>
              <a:schemeClr val="bg1">
                <a:lumMod val="85000"/>
              </a:schemeClr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03E6BB-11EB-F7EC-F54B-36B84C78F5F0}"/>
              </a:ext>
            </a:extLst>
          </p:cNvPr>
          <p:cNvSpPr/>
          <p:nvPr/>
        </p:nvSpPr>
        <p:spPr>
          <a:xfrm>
            <a:off x="4446494" y="2465294"/>
            <a:ext cx="3299012" cy="1927412"/>
          </a:xfrm>
          <a:prstGeom prst="roundRect">
            <a:avLst>
              <a:gd name="adj" fmla="val 5232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Score</a:t>
            </a:r>
            <a:endParaRPr lang="en-CA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CA" sz="7200" dirty="0">
                <a:solidFill>
                  <a:schemeClr val="tx1"/>
                </a:solidFill>
              </a:rPr>
              <a:t>54321</a:t>
            </a:r>
            <a:endParaRPr lang="en-CA" sz="40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8281F0-9242-EECE-B4B2-1C14E8639C69}"/>
              </a:ext>
            </a:extLst>
          </p:cNvPr>
          <p:cNvSpPr/>
          <p:nvPr/>
        </p:nvSpPr>
        <p:spPr>
          <a:xfrm>
            <a:off x="10972800" y="136684"/>
            <a:ext cx="1014539" cy="702590"/>
          </a:xfrm>
          <a:prstGeom prst="roundRect">
            <a:avLst>
              <a:gd name="adj" fmla="val 1658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CA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Round</a:t>
            </a:r>
            <a:endParaRPr lang="en-C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CA" dirty="0">
                <a:solidFill>
                  <a:schemeClr val="tx1"/>
                </a:solidFill>
              </a:rPr>
              <a:t>5/5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80DA0C-8E8D-37E7-EA23-26E1E0B24D73}"/>
              </a:ext>
            </a:extLst>
          </p:cNvPr>
          <p:cNvSpPr/>
          <p:nvPr/>
        </p:nvSpPr>
        <p:spPr>
          <a:xfrm>
            <a:off x="204661" y="136684"/>
            <a:ext cx="682889" cy="472916"/>
          </a:xfrm>
          <a:prstGeom prst="roundRect">
            <a:avLst>
              <a:gd name="adj" fmla="val 16587"/>
            </a:avLst>
          </a:prstGeom>
          <a:solidFill>
            <a:srgbClr val="FF505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Exit</a:t>
            </a:r>
            <a:endParaRPr lang="en-CA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577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9EF4-6D17-2DC8-3625-C2B486D56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2A4A76-6BAF-F0E6-11F8-D5C65CC54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57" b="135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279681-C94D-2222-DBC3-6E5B16B4AF1B}"/>
              </a:ext>
            </a:extLst>
          </p:cNvPr>
          <p:cNvSpPr/>
          <p:nvPr/>
        </p:nvSpPr>
        <p:spPr>
          <a:xfrm>
            <a:off x="3998256" y="1898372"/>
            <a:ext cx="4195480" cy="4619064"/>
          </a:xfrm>
          <a:prstGeom prst="roundRect">
            <a:avLst>
              <a:gd name="adj" fmla="val 5232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EAE228-F502-B8A1-4692-2CBBFB164FF2}"/>
              </a:ext>
            </a:extLst>
          </p:cNvPr>
          <p:cNvSpPr/>
          <p:nvPr/>
        </p:nvSpPr>
        <p:spPr>
          <a:xfrm>
            <a:off x="4175311" y="5700241"/>
            <a:ext cx="3841376" cy="636494"/>
          </a:xfrm>
          <a:prstGeom prst="roundRect">
            <a:avLst/>
          </a:prstGeom>
          <a:solidFill>
            <a:srgbClr val="FFC819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PLAY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E147ADE-AFC3-9B59-B219-54622CB392F7}"/>
              </a:ext>
            </a:extLst>
          </p:cNvPr>
          <p:cNvGrpSpPr/>
          <p:nvPr/>
        </p:nvGrpSpPr>
        <p:grpSpPr>
          <a:xfrm>
            <a:off x="4830297" y="4014002"/>
            <a:ext cx="2531407" cy="1263792"/>
            <a:chOff x="4830296" y="3019658"/>
            <a:chExt cx="2531407" cy="126379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3F3FAB1-220B-69C5-EF22-09320E377B22}"/>
                </a:ext>
              </a:extLst>
            </p:cNvPr>
            <p:cNvGrpSpPr/>
            <p:nvPr/>
          </p:nvGrpSpPr>
          <p:grpSpPr>
            <a:xfrm>
              <a:off x="4830297" y="3439648"/>
              <a:ext cx="2531406" cy="843802"/>
              <a:chOff x="5602941" y="3487270"/>
              <a:chExt cx="1748118" cy="58270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FC2918B-CC91-0085-F3D3-AEB25B4B2A6C}"/>
                  </a:ext>
                </a:extLst>
              </p:cNvPr>
              <p:cNvSpPr/>
              <p:nvPr/>
            </p:nvSpPr>
            <p:spPr>
              <a:xfrm>
                <a:off x="5602941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OFF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4D2F113-04DE-B72A-F764-12BB3584A764}"/>
                  </a:ext>
                </a:extLst>
              </p:cNvPr>
              <p:cNvSpPr/>
              <p:nvPr/>
            </p:nvSpPr>
            <p:spPr>
              <a:xfrm>
                <a:off x="6185647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1 </a:t>
                </a:r>
                <a:br>
                  <a:rPr lang="en-CA" b="1" dirty="0">
                    <a:solidFill>
                      <a:schemeClr val="tx1"/>
                    </a:solidFill>
                  </a:rPr>
                </a:br>
                <a:r>
                  <a:rPr lang="en-CA" b="1" dirty="0">
                    <a:solidFill>
                      <a:schemeClr val="tx1"/>
                    </a:solidFill>
                  </a:rPr>
                  <a:t>min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68809D-FDA8-C876-ADFE-44F9F53471A2}"/>
                  </a:ext>
                </a:extLst>
              </p:cNvPr>
              <p:cNvSpPr/>
              <p:nvPr/>
            </p:nvSpPr>
            <p:spPr>
              <a:xfrm>
                <a:off x="6768353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5 </a:t>
                </a:r>
                <a:br>
                  <a:rPr lang="en-CA" b="1" dirty="0">
                    <a:solidFill>
                      <a:schemeClr val="tx1"/>
                    </a:solidFill>
                  </a:rPr>
                </a:br>
                <a:r>
                  <a:rPr lang="en-CA" b="1" dirty="0">
                    <a:solidFill>
                      <a:schemeClr val="tx1"/>
                    </a:solidFill>
                  </a:rPr>
                  <a:t>min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77A451-C54F-D418-0541-EA98F734455C}"/>
                </a:ext>
              </a:extLst>
            </p:cNvPr>
            <p:cNvSpPr txBox="1"/>
            <p:nvPr/>
          </p:nvSpPr>
          <p:spPr>
            <a:xfrm>
              <a:off x="4830296" y="3019658"/>
              <a:ext cx="2531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Countdown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ADE18F-D31C-FCE0-B4E6-D8A4BFF824EB}"/>
              </a:ext>
            </a:extLst>
          </p:cNvPr>
          <p:cNvGrpSpPr/>
          <p:nvPr/>
        </p:nvGrpSpPr>
        <p:grpSpPr>
          <a:xfrm>
            <a:off x="4830297" y="2327763"/>
            <a:ext cx="2531406" cy="1263792"/>
            <a:chOff x="4830296" y="1524793"/>
            <a:chExt cx="2531406" cy="126379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4A629D-11CA-9FBA-762C-2D4B20F2E660}"/>
                </a:ext>
              </a:extLst>
            </p:cNvPr>
            <p:cNvGrpSpPr/>
            <p:nvPr/>
          </p:nvGrpSpPr>
          <p:grpSpPr>
            <a:xfrm>
              <a:off x="4830296" y="1944783"/>
              <a:ext cx="2531404" cy="843802"/>
              <a:chOff x="5602942" y="3487270"/>
              <a:chExt cx="1748117" cy="58270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D23632-55CF-65FE-69DC-766A790E287E}"/>
                  </a:ext>
                </a:extLst>
              </p:cNvPr>
              <p:cNvSpPr/>
              <p:nvPr/>
            </p:nvSpPr>
            <p:spPr>
              <a:xfrm>
                <a:off x="5602942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C246C5F-7009-5B4A-342A-B795C1D61D04}"/>
                  </a:ext>
                </a:extLst>
              </p:cNvPr>
              <p:cNvSpPr/>
              <p:nvPr/>
            </p:nvSpPr>
            <p:spPr>
              <a:xfrm>
                <a:off x="6185647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310F677-56B6-22AA-0D45-4C9709150567}"/>
                  </a:ext>
                </a:extLst>
              </p:cNvPr>
              <p:cNvSpPr/>
              <p:nvPr/>
            </p:nvSpPr>
            <p:spPr>
              <a:xfrm>
                <a:off x="6768353" y="3487270"/>
                <a:ext cx="582706" cy="58270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1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1FE716-1886-D7FF-15F4-7D02F931DC7B}"/>
                </a:ext>
              </a:extLst>
            </p:cNvPr>
            <p:cNvSpPr txBox="1"/>
            <p:nvPr/>
          </p:nvSpPr>
          <p:spPr>
            <a:xfrm>
              <a:off x="4830296" y="1524793"/>
              <a:ext cx="25314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Rounds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A346189-34AF-9729-7D43-8976419D7D0C}"/>
              </a:ext>
            </a:extLst>
          </p:cNvPr>
          <p:cNvSpPr txBox="1"/>
          <p:nvPr/>
        </p:nvSpPr>
        <p:spPr>
          <a:xfrm>
            <a:off x="4175311" y="102801"/>
            <a:ext cx="384137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8000" b="1" dirty="0">
                <a:ln w="19050">
                  <a:solidFill>
                    <a:schemeClr val="tx1"/>
                  </a:solidFill>
                </a:ln>
              </a:rPr>
              <a:t>UMG!</a:t>
            </a:r>
          </a:p>
          <a:p>
            <a:pPr algn="ctr"/>
            <a:r>
              <a:rPr lang="en-C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UManitobaGuessr</a:t>
            </a:r>
          </a:p>
        </p:txBody>
      </p:sp>
    </p:spTree>
    <p:extLst>
      <p:ext uri="{BB962C8B-B14F-4D97-AF65-F5344CB8AC3E}">
        <p14:creationId xmlns:p14="http://schemas.microsoft.com/office/powerpoint/2010/main" val="85558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0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0" fill="hold">
                                          <p:stCondLst>
                                            <p:cond delay="30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0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153</Words>
  <Application>Microsoft Office PowerPoint</Application>
  <PresentationFormat>Widescreen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Who needs figma when you’ve got powerpoint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 polished but full game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Jr. Marinas</dc:creator>
  <cp:lastModifiedBy>Richard Jr. Marinas</cp:lastModifiedBy>
  <cp:revision>47</cp:revision>
  <dcterms:created xsi:type="dcterms:W3CDTF">2026-02-01T20:43:05Z</dcterms:created>
  <dcterms:modified xsi:type="dcterms:W3CDTF">2026-02-02T15:06:36Z</dcterms:modified>
</cp:coreProperties>
</file>